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AI智能食谱与拟真小票生成系统</a:t>
            </a:r>
          </a:p>
          <a:p>
            <a:pPr algn="l">
              <a:defRPr sz="2200" b="0">
                <a:solidFill>
                  <a:srgbClr val="F97316"/>
                </a:solidFill>
                <a:latin typeface="Microsoft YaHei"/>
              </a:defRPr>
            </a:pPr>
            <a:r>
              <a:t>—— 基于大语言模型与拟物化前端架构的健康膳食系统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A1A1AA"/>
                </a:solidFill>
                <a:latin typeface="Microsoft YaHei"/>
              </a:defRPr>
            </a:pPr>
            <a:r>
              <a:t>班级学号：计科1班 202406024149</a:t>
            </a:r>
            <a:br/>
            <a:r>
              <a:t>汇报人：李相阳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01 / 项目背景与用户痛点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日常膳食规划繁琐：</a:t>
            </a:r>
            <a:r>
              <a:rPr sz="1800" b="0">
                <a:solidFill>
                  <a:srgbClr val="71717A"/>
                </a:solidFill>
              </a:rPr>
              <a:t>家庭烹饪缺乏针对食材库存的针对性菜谱，用户经常为“今晚吃什么”而焦虑。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健康饮食缺乏量化：</a:t>
            </a:r>
            <a:r>
              <a:rPr sz="1800" b="0">
                <a:solidFill>
                  <a:srgbClr val="71717A"/>
                </a:solidFill>
              </a:rPr>
              <a:t>大众难以直观评估一顿饭的卡路里、营养比例、准备耗时，缺乏量化分析。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采购环节数据脱节：</a:t>
            </a:r>
            <a:r>
              <a:rPr sz="1800" b="0">
                <a:solidFill>
                  <a:srgbClr val="71717A"/>
                </a:solidFill>
              </a:rPr>
              <a:t>从查阅菜谱到去超市采购，数据无法自动汇总。手写清单效率低且容易漏买。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本系统的核心使命：</a:t>
            </a:r>
            <a:r>
              <a:rPr sz="1800" b="0">
                <a:solidFill>
                  <a:srgbClr val="71717A"/>
                </a:solidFill>
              </a:rPr>
              <a:t>利用大语言模型（LLM）充当 AI 营养师，打通【食材输入 -&gt; 菜谱生成 -&gt; 采购小票汇总 -&gt; 移动端携带】的极简一站式闭环。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02 / 系统架构与关键技术栈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现代前端设计系统：</a:t>
            </a:r>
            <a:r>
              <a:rPr sz="1800" b="0">
                <a:solidFill>
                  <a:srgbClr val="71717A"/>
                </a:solidFill>
              </a:rPr>
              <a:t>使用 React + TypeScript 确保系统类型安全，Tailwind CSS 构建极致奢华的 iOS 风格毛玻璃设计系统（ios-glass）。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多语言国际化支持 (i18n)：</a:t>
            </a:r>
            <a:r>
              <a:rPr sz="1800" b="0">
                <a:solidFill>
                  <a:srgbClr val="71717A"/>
                </a:solidFill>
              </a:rPr>
              <a:t>集成 react-i18n，支持中英文双语一键切换，完美适配不同用户的阅读习惯。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白天/暗黑模式自适应：</a:t>
            </a:r>
            <a:r>
              <a:rPr sz="1800" b="0">
                <a:solidFill>
                  <a:srgbClr val="71717A"/>
                </a:solidFill>
              </a:rPr>
              <a:t>采用 Tailwind CSS 暗黑模式变量，对全局输入框、文字和卡片进行了高对比度调优，杜绝背景反色带来的视感缺失。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前后端分离闭环：</a:t>
            </a:r>
            <a:r>
              <a:rPr sz="1800" b="0">
                <a:solidFill>
                  <a:srgbClr val="71717A"/>
                </a:solidFill>
              </a:rPr>
              <a:t>前端与 Node.js 后端 API 接口流畅对接，支持用户注册登录认证、个人收藏库和云端采购清单存储。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03 / 核心亮点：AI 智能生成与灵感交互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大语言模型（LLM）精准控餐：</a:t>
            </a:r>
            <a:r>
              <a:rPr sz="1800" b="0">
                <a:solidFill>
                  <a:srgbClr val="71717A"/>
                </a:solidFill>
              </a:rPr>
              <a:t>系统接收用户输入的配料，自动计算并排版详细的烹饪步骤、难度分级、耗时、卡路里及多维度营养分析。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“换一批”灵感搭配推荐：</a:t>
            </a:r>
            <a:r>
              <a:rPr sz="1800" b="0">
                <a:solidFill>
                  <a:srgbClr val="71717A"/>
                </a:solidFill>
              </a:rPr>
              <a:t>在未生成内容时，提供 12 种经典家常菜配对。点击换一批，图标带有顺滑旋转微动效，一键快捷添加，解决了用户的“冷启动”输入门槛。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极致交互动效：</a:t>
            </a:r>
            <a:r>
              <a:rPr sz="1800" b="0">
                <a:solidFill>
                  <a:srgbClr val="71717A"/>
                </a:solidFill>
              </a:rPr>
              <a:t>全站卡片均应用 iOS 弹簧缩放效果（ios-active-scale），使 Web 应用具有如同原生 iOS App 的流畅跟手感。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04 / 核心亮点：拟真小票与全屏 Portal 传送门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拟物化热敏打印小票：</a:t>
            </a:r>
            <a:r>
              <a:rPr sz="1800" b="0">
                <a:solidFill>
                  <a:srgbClr val="71717A"/>
                </a:solidFill>
              </a:rPr>
              <a:t>模拟真实收银小票的锯齿边界、虚线排版、条形码以及打字机吐纸动效，让枯燥的数据汇总富有趣味。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React Portal 破除布局边界：</a:t>
            </a:r>
            <a:r>
              <a:rPr sz="1800" b="0">
                <a:solidFill>
                  <a:srgbClr val="71717A"/>
                </a:solidFill>
              </a:rPr>
              <a:t>传统 Modal 容易被父容器 CSS 动画中的 transform/animation 属性干扰导致 fixed 遮罩被裁剪。我们利用 Portal 将小票完美渲染在 body 根节点下，实现 100% 全屏高清毛玻璃覆盖，消除了黑色边框 Bug。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html2canvas 精准高清导出：</a:t>
            </a:r>
            <a:r>
              <a:rPr sz="1800" b="0">
                <a:solidFill>
                  <a:srgbClr val="71717A"/>
                </a:solidFill>
              </a:rPr>
              <a:t>重构图片截取机制，排除屏幕尺寸约束，并自动把截取克隆 DOM 下的背景、父层设为透明，输出 384px 宽的高清晰热敏小票 PNG 图，即存即走。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8181B"/>
                </a:solidFill>
                <a:latin typeface="Microsoft YaHei"/>
              </a:defRPr>
            </a:pPr>
            <a:r>
              <a:t>05 / 项目总结与演示大纲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项目核心成效：</a:t>
            </a:r>
            <a:r>
              <a:rPr sz="1800" b="0">
                <a:solidFill>
                  <a:srgbClr val="71717A"/>
                </a:solidFill>
              </a:rPr>
              <a:t>成功将先进的人工智能营养算法与现代拟物化美学前端交互结合，具有极高的使用价值和审美享受。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演示路线引导 (Demo Flow)：</a:t>
            </a:r>
            <a:r>
              <a:rPr sz="1800" b="0">
                <a:solidFill>
                  <a:srgbClr val="71717A"/>
                </a:solidFill>
              </a:rPr>
              <a:t>1. 暗黑模式下AI生成 -&gt; 2. 切换白天模式验证高对比度 -&gt; 3. 添加采购清单 -&gt; 4. 预览拟真小票动效 -&gt; 5. 下载高精度小票图片。</a:t>
            </a:r>
          </a:p>
          <a:p>
            <a:pPr>
              <a:spcAft>
                <a:spcPts val="1500"/>
              </a:spcAft>
              <a:defRPr sz="2000" b="1">
                <a:solidFill>
                  <a:srgbClr val="27272A"/>
                </a:solidFill>
                <a:latin typeface="Microsoft YaHei"/>
              </a:defRPr>
            </a:pPr>
            <a:r>
              <a:t>•  结语：</a:t>
            </a:r>
            <a:r>
              <a:rPr sz="1800" b="0">
                <a:solidFill>
                  <a:srgbClr val="71717A"/>
                </a:solidFill>
              </a:rPr>
              <a:t>感谢老师和各位评审！请老师批评指正。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